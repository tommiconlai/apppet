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2" r:id="rId6"/>
    <p:sldId id="260" r:id="rId7"/>
  </p:sldIdLst>
  <p:sldSz cx="9144000" cy="5143500" type="screen16x9"/>
  <p:notesSz cx="6858000" cy="9144000"/>
  <p:embeddedFontLst>
    <p:embeddedFont>
      <p:font typeface="Old Standard TT" panose="020B0604020202020204" charset="0"/>
      <p:regular r:id="rId9"/>
      <p:bold r:id="rId10"/>
      <p: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c6f90357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c6f90357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>
          <a:extLst>
            <a:ext uri="{FF2B5EF4-FFF2-40B4-BE49-F238E27FC236}">
              <a16:creationId xmlns:a16="http://schemas.microsoft.com/office/drawing/2014/main" id="{CCD48EFE-9E28-FB06-9F5C-ADA7602BB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13:notes">
            <a:extLst>
              <a:ext uri="{FF2B5EF4-FFF2-40B4-BE49-F238E27FC236}">
                <a16:creationId xmlns:a16="http://schemas.microsoft.com/office/drawing/2014/main" id="{0EF63471-D14F-3792-83F6-3285A1460A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13:notes">
            <a:extLst>
              <a:ext uri="{FF2B5EF4-FFF2-40B4-BE49-F238E27FC236}">
                <a16:creationId xmlns:a16="http://schemas.microsoft.com/office/drawing/2014/main" id="{604486BE-0471-8742-5357-5CB5BCD50A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58996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c6f90357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c6f90357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Presentazione dello sviluppo di «Crickle»</a:t>
            </a:r>
            <a:endParaRPr dirty="0"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/>
              <a:t>Albertario, Gabello, Panceri, Tomasso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progetto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>
            <a:spLocks noGrp="1"/>
          </p:cNvSpPr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body" idx="2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/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/>
          <p:cNvSpPr txBox="1">
            <a:spLocks noGrp="1"/>
          </p:cNvSpPr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512700" y="1305300"/>
            <a:ext cx="8118600" cy="211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LA STRUTTURA DEL PROGETTO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>
          <a:extLst>
            <a:ext uri="{FF2B5EF4-FFF2-40B4-BE49-F238E27FC236}">
              <a16:creationId xmlns:a16="http://schemas.microsoft.com/office/drawing/2014/main" id="{6C9F9AC3-6847-892B-5E11-98E8FA2E2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>
            <a:extLst>
              <a:ext uri="{FF2B5EF4-FFF2-40B4-BE49-F238E27FC236}">
                <a16:creationId xmlns:a16="http://schemas.microsoft.com/office/drawing/2014/main" id="{152F220C-F5DC-8C74-3DC5-F7CE6C402E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3775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programmi </a:t>
            </a:r>
            <a:endParaRPr/>
          </a:p>
        </p:txBody>
      </p:sp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4D712B28-C62D-192E-7260-A472937D359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31700" y="13146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Java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Python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HTML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XML</a:t>
            </a:r>
            <a:endParaRPr sz="2500"/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SzPts val="2500"/>
              <a:buChar char="●"/>
            </a:pPr>
            <a:r>
              <a:rPr lang="it" sz="2500"/>
              <a:t>CSS</a:t>
            </a:r>
            <a:endParaRPr sz="2500"/>
          </a:p>
        </p:txBody>
      </p:sp>
      <p:sp>
        <p:nvSpPr>
          <p:cNvPr id="72" name="Google Shape;72;p15">
            <a:extLst>
              <a:ext uri="{FF2B5EF4-FFF2-40B4-BE49-F238E27FC236}">
                <a16:creationId xmlns:a16="http://schemas.microsoft.com/office/drawing/2014/main" id="{19BF5DEB-A2E4-4B24-CD3D-BC930BE25F94}"/>
              </a:ext>
            </a:extLst>
          </p:cNvPr>
          <p:cNvSpPr txBox="1"/>
          <p:nvPr/>
        </p:nvSpPr>
        <p:spPr>
          <a:xfrm>
            <a:off x="442825" y="1552375"/>
            <a:ext cx="3675000" cy="30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VS code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Android Studio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  <a:p>
            <a:pPr marL="457200" lvl="0" indent="-3873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Old Standard TT"/>
              <a:buChar char="●"/>
            </a:pPr>
            <a:r>
              <a:rPr lang="it" sz="2500" dirty="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rPr>
              <a:t>MySQL Workbench</a:t>
            </a:r>
            <a:endParaRPr sz="2500" dirty="0">
              <a:solidFill>
                <a:schemeClr val="dk1"/>
              </a:solidFill>
              <a:latin typeface="Old Standard TT"/>
              <a:ea typeface="Old Standard TT"/>
              <a:cs typeface="Old Standard TT"/>
              <a:sym typeface="Old Standard TT"/>
            </a:endParaRPr>
          </a:p>
        </p:txBody>
      </p:sp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326F7628-9150-958B-2097-575D412B02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663650" y="219175"/>
            <a:ext cx="4373100" cy="133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 linguaggi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315439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Login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Registrazione utente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</a:t>
            </a:r>
            <a:endParaRPr lang="it"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Cartella Clinica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animale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Profilo utente</a:t>
            </a:r>
          </a:p>
        </p:txBody>
      </p:sp>
      <p:sp>
        <p:nvSpPr>
          <p:cNvPr id="84" name="Google Shape;84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L’APP</a:t>
            </a:r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title"/>
          </p:nvPr>
        </p:nvSpPr>
        <p:spPr>
          <a:xfrm>
            <a:off x="4752925" y="445025"/>
            <a:ext cx="42603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/>
              <a:t>IL SITO</a:t>
            </a:r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752925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 dirty="0"/>
              <a:t>schermate:</a:t>
            </a: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endParaRPr lang="it-IT" sz="1800" b="1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it-IT" sz="1800" b="1" dirty="0"/>
              <a:t>Home fornitore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pagina inserimento nuovi servizi</a:t>
            </a:r>
            <a:endParaRPr sz="1800" b="1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" sz="1800" b="1" dirty="0"/>
              <a:t>modifica delle informazioni</a:t>
            </a:r>
            <a:endParaRPr sz="1800" b="1"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1800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77</Words>
  <Application>Microsoft Office PowerPoint</Application>
  <PresentationFormat>Presentazione su schermo (16:9)</PresentationFormat>
  <Paragraphs>39</Paragraphs>
  <Slides>6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9" baseType="lpstr">
      <vt:lpstr>Old Standard TT</vt:lpstr>
      <vt:lpstr>Arial</vt:lpstr>
      <vt:lpstr>Paperback</vt:lpstr>
      <vt:lpstr>Presentazione dello sviluppo di «Crickle»</vt:lpstr>
      <vt:lpstr>Il progetto</vt:lpstr>
      <vt:lpstr>I programmi </vt:lpstr>
      <vt:lpstr>LA STRUTTURA DEL PROGETTO</vt:lpstr>
      <vt:lpstr>I programmi </vt:lpstr>
      <vt:lpstr>L’APP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Luca Albertario</cp:lastModifiedBy>
  <cp:revision>1</cp:revision>
  <dcterms:modified xsi:type="dcterms:W3CDTF">2025-04-09T14:30:56Z</dcterms:modified>
</cp:coreProperties>
</file>