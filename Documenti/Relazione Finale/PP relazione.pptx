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60" r:id="rId11"/>
    <p:sldId id="279" r:id="rId12"/>
    <p:sldId id="280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6" r:id="rId24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6"/>
      <p:bold r:id="rId27"/>
      <p:italic r:id="rId28"/>
      <p:boldItalic r:id="rId29"/>
    </p:embeddedFont>
    <p:embeddedFont>
      <p:font typeface="Old Standard TT" panose="020B0604020202020204" charset="0"/>
      <p:regular r:id="rId30"/>
      <p:bold r:id="rId31"/>
      <p: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28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</a:t>
            </a:r>
            <a:r>
              <a:rPr lang="it-IT" dirty="0" err="1"/>
              <a:t>Wireframe</a:t>
            </a:r>
            <a:r>
              <a:rPr lang="it-IT" dirty="0"/>
              <a:t>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00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28991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708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986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5331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9002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3124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2344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1095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6779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3726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01592-9091-B6BB-BCF7-AC764016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err="1"/>
              <a:t>WireFrame</a:t>
            </a:r>
            <a:r>
              <a:rPr lang="it-IT" dirty="0"/>
              <a:t> Sito Web</a:t>
            </a:r>
          </a:p>
        </p:txBody>
      </p:sp>
      <p:pic>
        <p:nvPicPr>
          <p:cNvPr id="4" name="Immagine 3" descr="Immagine che contiene schermata, testo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21A3941-3879-616F-57A1-40E55E67E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078110"/>
            <a:ext cx="2128393" cy="1513524"/>
          </a:xfrm>
          <a:prstGeom prst="rect">
            <a:avLst/>
          </a:prstGeom>
        </p:spPr>
      </p:pic>
      <p:pic>
        <p:nvPicPr>
          <p:cNvPr id="6" name="Immagine 5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777AEA47-1166-EF02-2650-BCA802532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044" y="1089019"/>
            <a:ext cx="2085090" cy="1482731"/>
          </a:xfrm>
          <a:prstGeom prst="rect">
            <a:avLst/>
          </a:prstGeom>
        </p:spPr>
      </p:pic>
      <p:pic>
        <p:nvPicPr>
          <p:cNvPr id="8" name="Immagine 7" descr="Immagine che contiene schermata, testo, design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8236F5C8-2173-2BCF-EAA8-427E8464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9085" y="1078110"/>
            <a:ext cx="2128393" cy="1513524"/>
          </a:xfrm>
          <a:prstGeom prst="rect">
            <a:avLst/>
          </a:prstGeom>
        </p:spPr>
      </p:pic>
      <p:pic>
        <p:nvPicPr>
          <p:cNvPr id="10" name="Immagine 9" descr="Immagine che contiene schermata, testo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C4AD75DE-06D1-537A-DB7A-87D752986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8763" y="2838509"/>
            <a:ext cx="2240972" cy="1593580"/>
          </a:xfrm>
          <a:prstGeom prst="rect">
            <a:avLst/>
          </a:prstGeom>
        </p:spPr>
      </p:pic>
      <p:pic>
        <p:nvPicPr>
          <p:cNvPr id="12" name="Immagine 11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AEAE007B-6A8C-99BD-7749-F1EBF14757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8749" y="2838509"/>
            <a:ext cx="2240972" cy="1593580"/>
          </a:xfrm>
          <a:prstGeom prst="rect">
            <a:avLst/>
          </a:prstGeom>
        </p:spPr>
      </p:pic>
      <p:pic>
        <p:nvPicPr>
          <p:cNvPr id="14" name="Immagine 13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D95841B2-2456-E748-DEA3-96AA3DD12D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3756" y="2838509"/>
            <a:ext cx="2240972" cy="159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03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7A1EEA-6AF2-7B2F-FC04-0640DADB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Struttura </a:t>
            </a:r>
            <a:r>
              <a:rPr lang="it-IT" dirty="0" err="1"/>
              <a:t>DataBase</a:t>
            </a:r>
            <a:r>
              <a:rPr lang="it-IT" dirty="0"/>
              <a:t> SQL</a:t>
            </a:r>
          </a:p>
        </p:txBody>
      </p:sp>
      <p:pic>
        <p:nvPicPr>
          <p:cNvPr id="4" name="Immagine 3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3A88FB4C-CC61-BC27-1DBC-EBF02223B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475" y="997820"/>
            <a:ext cx="4243048" cy="1367388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A31ABDCE-E2A6-EA34-D785-76A91AE11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621" y="2363907"/>
            <a:ext cx="3289018" cy="1292661"/>
          </a:xfrm>
          <a:prstGeom prst="rect">
            <a:avLst/>
          </a:prstGeom>
        </p:spPr>
      </p:pic>
      <p:pic>
        <p:nvPicPr>
          <p:cNvPr id="8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420661F-4F64-BDA6-6746-3E208A6A7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06" y="3656568"/>
            <a:ext cx="2897247" cy="140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90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</a:t>
            </a:r>
            <a:r>
              <a:rPr lang="it-IT" dirty="0" err="1"/>
              <a:t>frontend</a:t>
            </a:r>
            <a:r>
              <a:rPr lang="it-IT" dirty="0"/>
              <a:t> (Sito WEB o APP) e </a:t>
            </a:r>
            <a:r>
              <a:rPr lang="it-IT" dirty="0" err="1"/>
              <a:t>backend</a:t>
            </a:r>
            <a:r>
              <a:rPr lang="it-IT" dirty="0"/>
              <a:t>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</a:t>
            </a:r>
            <a:r>
              <a:rPr lang="it-IT" dirty="0" err="1"/>
              <a:t>Flask</a:t>
            </a:r>
            <a:r>
              <a:rPr lang="it-IT" dirty="0"/>
              <a:t> viene </a:t>
            </a:r>
            <a:r>
              <a:rPr lang="it-IT" dirty="0" err="1"/>
              <a:t>uttilizzato</a:t>
            </a:r>
            <a:r>
              <a:rPr lang="it-IT" dirty="0"/>
              <a:t>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DataBase</a:t>
            </a:r>
            <a:r>
              <a:rPr lang="it-IT" dirty="0"/>
              <a:t>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FrontEnd</a:t>
            </a:r>
            <a:r>
              <a:rPr lang="it-IT" dirty="0"/>
              <a:t>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</a:t>
            </a:r>
            <a:r>
              <a:rPr lang="it-IT" dirty="0" err="1"/>
              <a:t>dialog</a:t>
            </a:r>
            <a:r>
              <a:rPr lang="it-IT" dirty="0"/>
              <a:t>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49C205EE-47E1-205F-245D-5EA556D092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322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Login WEB:</a:t>
            </a:r>
          </a:p>
          <a:p>
            <a:r>
              <a:rPr lang="it-IT" dirty="0"/>
              <a:t>- Inserimento dati utente 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BA0C4C-278C-0E3B-2337-F6071AE01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025" y="552696"/>
            <a:ext cx="4259933" cy="379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5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3506336-8AD7-FA48-AEB0-FC32DB17DF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23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Fornitore:</a:t>
            </a:r>
          </a:p>
          <a:p>
            <a:r>
              <a:rPr lang="it-IT" dirty="0"/>
              <a:t>- Campi per inserimento dati fornitore: Nome, Cognome, Email, Telefono, Password, Conferma Password</a:t>
            </a:r>
          </a:p>
        </p:txBody>
      </p:sp>
      <p:pic>
        <p:nvPicPr>
          <p:cNvPr id="6" name="Immagine 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FC44E5AB-7344-D073-74E6-5A05D5AA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066" y="391887"/>
            <a:ext cx="433951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54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613</Words>
  <Application>Microsoft Office PowerPoint</Application>
  <PresentationFormat>Presentazione su schermo (16:9)</PresentationFormat>
  <Paragraphs>96</Paragraphs>
  <Slides>23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Aptos</vt:lpstr>
      <vt:lpstr>Old Standard TT</vt:lpstr>
      <vt:lpstr>Arial</vt:lpstr>
      <vt:lpstr>Amasis MT Pro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L’APP</vt:lpstr>
      <vt:lpstr>WireFrame Sito Web</vt:lpstr>
      <vt:lpstr>Struttura DataBase SQL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7</cp:revision>
  <dcterms:modified xsi:type="dcterms:W3CDTF">2025-04-11T07:49:53Z</dcterms:modified>
</cp:coreProperties>
</file>