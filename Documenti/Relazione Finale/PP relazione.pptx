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2"/>
      <p:bold r:id="rId23"/>
      <p:italic r:id="rId24"/>
      <p:boldItalic r:id="rId25"/>
    </p:embeddedFont>
    <p:embeddedFont>
      <p:font typeface="Old Standard TT" panose="020B0604020202020204" charset="0"/>
      <p:regular r:id="rId26"/>
      <p:bold r:id="rId27"/>
      <p: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1602" y="5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Wireframe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Backend: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Frontend (Sito WEB o APP) e Backend,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Flask viene utilizzato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Database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FrontEnd: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FrontEnd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FrontEnd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dialog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Backend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Flask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577</Words>
  <Application>Microsoft Office PowerPoint</Application>
  <PresentationFormat>Presentazione su schermo (16:9)</PresentationFormat>
  <Paragraphs>90</Paragraphs>
  <Slides>19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4" baseType="lpstr">
      <vt:lpstr>Amasis MT Pro</vt:lpstr>
      <vt:lpstr>Aptos</vt:lpstr>
      <vt:lpstr>Old Standard TT</vt:lpstr>
      <vt:lpstr>Arial</vt:lpstr>
      <vt:lpstr>Paperback</vt:lpstr>
      <vt:lpstr>Presentazione dello sviluppo di «Crikle»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Albertario</cp:lastModifiedBy>
  <cp:revision>4</cp:revision>
  <dcterms:modified xsi:type="dcterms:W3CDTF">2025-04-10T17:58:37Z</dcterms:modified>
</cp:coreProperties>
</file>