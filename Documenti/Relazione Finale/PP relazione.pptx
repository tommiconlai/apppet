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63" r:id="rId4"/>
    <p:sldId id="264" r:id="rId5"/>
    <p:sldId id="259" r:id="rId6"/>
    <p:sldId id="262" r:id="rId7"/>
    <p:sldId id="265" r:id="rId8"/>
    <p:sldId id="266" r:id="rId9"/>
    <p:sldId id="260" r:id="rId10"/>
  </p:sldIdLst>
  <p:sldSz cx="9144000" cy="5143500" type="screen16x9"/>
  <p:notesSz cx="6858000" cy="9144000"/>
  <p:embeddedFontLst>
    <p:embeddedFont>
      <p:font typeface="Old Standard TT" panose="020B0604020202020204" charset="0"/>
      <p:regular r:id="rId12"/>
      <p:bold r:id="rId13"/>
      <p: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280" y="24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c6f90357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c6f90357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c6f90357f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c6f90357f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c6f90357f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c6f90357f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>
          <a:extLst>
            <a:ext uri="{FF2B5EF4-FFF2-40B4-BE49-F238E27FC236}">
              <a16:creationId xmlns:a16="http://schemas.microsoft.com/office/drawing/2014/main" id="{CCD48EFE-9E28-FB06-9F5C-ADA7602BB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c6f90357f_0_13:notes">
            <a:extLst>
              <a:ext uri="{FF2B5EF4-FFF2-40B4-BE49-F238E27FC236}">
                <a16:creationId xmlns:a16="http://schemas.microsoft.com/office/drawing/2014/main" id="{0EF63471-D14F-3792-83F6-3285A1460A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c6f90357f_0_13:notes">
            <a:extLst>
              <a:ext uri="{FF2B5EF4-FFF2-40B4-BE49-F238E27FC236}">
                <a16:creationId xmlns:a16="http://schemas.microsoft.com/office/drawing/2014/main" id="{604486BE-0471-8742-5357-5CB5BCD50A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58996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c6f90357f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c6f90357f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100"/>
            <a:ext cx="9144000" cy="1711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Google Shape;16;p3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2"/>
          </p:nvPr>
        </p:nvSpPr>
        <p:spPr>
          <a:xfrm>
            <a:off x="48324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6864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039650"/>
            <a:ext cx="8520600" cy="21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>
            <a:spLocks noGrp="1"/>
          </p:cNvSpPr>
          <p:nvPr>
            <p:ph type="body" idx="1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perback"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ld Standard TT"/>
              <a:buChar char="●"/>
              <a:defRPr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/>
              <a:t>Presentazione dello sviluppo di «Crickle»</a:t>
            </a:r>
            <a:endParaRPr dirty="0"/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1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/>
              <a:t>Albertario, Gabello, Panceri, Tomasso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Il progetto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E27422-26B7-28E8-E9AA-27C21C249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CRIKLE – L’APP PER GESTIRE IL TUO PET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E61A087-3BF6-C228-0496-FCA0DD5ADD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SCOPO DI APPLICAZIONE MOBILE:</a:t>
            </a:r>
          </a:p>
          <a:p>
            <a:r>
              <a:rPr lang="it-IT" dirty="0"/>
              <a:t>Registrazione Utente</a:t>
            </a:r>
          </a:p>
          <a:p>
            <a:r>
              <a:rPr lang="it-IT" dirty="0"/>
              <a:t>Registrazione animali utente</a:t>
            </a:r>
          </a:p>
          <a:p>
            <a:r>
              <a:rPr lang="it-IT" dirty="0"/>
              <a:t>Agenda delle attività da svolgere con e per il/i proprio/i animale/i</a:t>
            </a:r>
          </a:p>
          <a:p>
            <a:r>
              <a:rPr lang="it-IT" dirty="0"/>
              <a:t>Cartella Clinica per monitorare salute dell’animale</a:t>
            </a:r>
          </a:p>
          <a:p>
            <a:r>
              <a:rPr lang="it-IT" dirty="0"/>
              <a:t>Registrazione dati emotivi, per seguire l’umore del proprio animale</a:t>
            </a:r>
          </a:p>
          <a:p>
            <a:r>
              <a:rPr lang="it-IT" dirty="0"/>
              <a:t>Ricerca di servizi vari per la cura e il benessere dell’animale (da implementare in futuro)</a:t>
            </a:r>
          </a:p>
          <a:p>
            <a:r>
              <a:rPr lang="it-IT" dirty="0"/>
              <a:t>Possibilità di prenotare servizi dedicati e lasciare recensioni (prossimo sviluppo)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300266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DA6BFEA-FEB4-E750-F79B-118B29219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CRIKLE – PORTALE WEB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51F22DC-5A65-CBE9-E143-A08A6752C6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SCOPO E UTILITA’ PORTALE WEB:</a:t>
            </a:r>
          </a:p>
          <a:p>
            <a:r>
              <a:rPr lang="it-IT" dirty="0"/>
              <a:t>Registrazione Fornitore</a:t>
            </a:r>
          </a:p>
          <a:p>
            <a:r>
              <a:rPr lang="it-IT" dirty="0"/>
              <a:t>Registrazione Attività/Servizio fornito</a:t>
            </a:r>
          </a:p>
          <a:p>
            <a:r>
              <a:rPr lang="it-IT" dirty="0"/>
              <a:t>Visibilità della propria attività/servizio da parte degli utenti dell’app</a:t>
            </a:r>
          </a:p>
          <a:p>
            <a:r>
              <a:rPr lang="it-IT" dirty="0"/>
              <a:t>Gestione agenda appuntamenti </a:t>
            </a:r>
          </a:p>
          <a:p>
            <a:r>
              <a:rPr lang="it-IT" dirty="0"/>
              <a:t>Gestione prenotazioni dei clienti</a:t>
            </a:r>
          </a:p>
        </p:txBody>
      </p:sp>
    </p:spTree>
    <p:extLst>
      <p:ext uri="{BB962C8B-B14F-4D97-AF65-F5344CB8AC3E}">
        <p14:creationId xmlns:p14="http://schemas.microsoft.com/office/powerpoint/2010/main" val="2965883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 txBox="1">
            <a:spLocks noGrp="1"/>
          </p:cNvSpPr>
          <p:nvPr>
            <p:ph type="title"/>
          </p:nvPr>
        </p:nvSpPr>
        <p:spPr>
          <a:xfrm>
            <a:off x="512700" y="1305300"/>
            <a:ext cx="8118600" cy="211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LA STRUTTURA DEL PROGETTO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>
          <a:extLst>
            <a:ext uri="{FF2B5EF4-FFF2-40B4-BE49-F238E27FC236}">
              <a16:creationId xmlns:a16="http://schemas.microsoft.com/office/drawing/2014/main" id="{6C9F9AC3-6847-892B-5E11-98E8FA2E2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152F220C-F5DC-8C74-3DC5-F7CE6C402E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775" y="219175"/>
            <a:ext cx="4373100" cy="13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 programmi </a:t>
            </a:r>
            <a:endParaRPr/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4D712B28-C62D-192E-7260-A472937D359E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931700" y="13146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Java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Python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HTML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XML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CSS</a:t>
            </a:r>
            <a:endParaRPr sz="2500"/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19BF5DEB-A2E4-4B24-CD3D-BC930BE25F94}"/>
              </a:ext>
            </a:extLst>
          </p:cNvPr>
          <p:cNvSpPr txBox="1"/>
          <p:nvPr/>
        </p:nvSpPr>
        <p:spPr>
          <a:xfrm>
            <a:off x="442825" y="1552375"/>
            <a:ext cx="3675000" cy="30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VS code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Android Studio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MySQL Workbench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326F7628-9150-958B-2097-575D412B02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63650" y="219175"/>
            <a:ext cx="4373100" cy="13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 linguaggi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315439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DA77C0F-428A-8B4D-B18A-BC19217C3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WIREFRAME DELL’APP</a:t>
            </a:r>
          </a:p>
        </p:txBody>
      </p:sp>
      <p:pic>
        <p:nvPicPr>
          <p:cNvPr id="4" name="Immagine 3" descr="Immagine che contiene testo, schermata, cerchio, logo&#10;&#10;Il contenuto generato dall'IA potrebbe non essere corretto.">
            <a:extLst>
              <a:ext uri="{FF2B5EF4-FFF2-40B4-BE49-F238E27FC236}">
                <a16:creationId xmlns:a16="http://schemas.microsoft.com/office/drawing/2014/main" id="{217FE4B0-D712-635C-F1D1-D43A9F7986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200" y="1019785"/>
            <a:ext cx="830804" cy="1849143"/>
          </a:xfrm>
          <a:prstGeom prst="rect">
            <a:avLst/>
          </a:prstGeom>
        </p:spPr>
      </p:pic>
      <p:pic>
        <p:nvPicPr>
          <p:cNvPr id="26" name="Immagine 25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EB8A02DE-DEB9-3CE5-085A-AEC786AC52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628991" y="3044883"/>
            <a:ext cx="830802" cy="1849140"/>
          </a:xfrm>
          <a:prstGeom prst="rect">
            <a:avLst/>
          </a:prstGeom>
        </p:spPr>
      </p:pic>
      <p:pic>
        <p:nvPicPr>
          <p:cNvPr id="28" name="Immagine 27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5A62DBC2-49C9-4D2B-5B8A-40074EE76E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2708" y="1067394"/>
            <a:ext cx="864552" cy="1924258"/>
          </a:xfrm>
          <a:prstGeom prst="rect">
            <a:avLst/>
          </a:prstGeom>
        </p:spPr>
      </p:pic>
      <p:pic>
        <p:nvPicPr>
          <p:cNvPr id="30" name="Immagine 29" descr="Immagine che contiene testo, schermata, biglietto da visita, design&#10;&#10;Il contenuto generato dall'IA potrebbe non essere corretto.">
            <a:extLst>
              <a:ext uri="{FF2B5EF4-FFF2-40B4-BE49-F238E27FC236}">
                <a16:creationId xmlns:a16="http://schemas.microsoft.com/office/drawing/2014/main" id="{030715D4-13A2-9A99-BC46-49964438FC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9986" y="1057344"/>
            <a:ext cx="864552" cy="1924259"/>
          </a:xfrm>
          <a:prstGeom prst="rect">
            <a:avLst/>
          </a:prstGeom>
        </p:spPr>
      </p:pic>
      <p:pic>
        <p:nvPicPr>
          <p:cNvPr id="32" name="Immagine 31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B7D876EF-870A-461F-D6E3-AF266C3C95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5331" y="3073459"/>
            <a:ext cx="864553" cy="1924259"/>
          </a:xfrm>
          <a:prstGeom prst="rect">
            <a:avLst/>
          </a:prstGeom>
        </p:spPr>
      </p:pic>
      <p:pic>
        <p:nvPicPr>
          <p:cNvPr id="34" name="Immagine 33" descr="Immagine che contiene testo, schermata, logo, design&#10;&#10;Il contenuto generato dall'IA potrebbe non essere corretto.">
            <a:extLst>
              <a:ext uri="{FF2B5EF4-FFF2-40B4-BE49-F238E27FC236}">
                <a16:creationId xmlns:a16="http://schemas.microsoft.com/office/drawing/2014/main" id="{C5AF193D-71B0-A3F6-0501-C0D09EAB8D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9002" y="1058737"/>
            <a:ext cx="838875" cy="1867109"/>
          </a:xfrm>
          <a:prstGeom prst="rect">
            <a:avLst/>
          </a:prstGeom>
        </p:spPr>
      </p:pic>
      <p:pic>
        <p:nvPicPr>
          <p:cNvPr id="36" name="Immagine 35" descr="Immagine che contiene testo, schermata, numero, Carattere&#10;&#10;Il contenuto generato dall'IA potrebbe non essere corretto.">
            <a:extLst>
              <a:ext uri="{FF2B5EF4-FFF2-40B4-BE49-F238E27FC236}">
                <a16:creationId xmlns:a16="http://schemas.microsoft.com/office/drawing/2014/main" id="{9F8718C3-4DCB-1ED3-E28B-E299F8ED67A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3124" y="3073459"/>
            <a:ext cx="838876" cy="1867109"/>
          </a:xfrm>
          <a:prstGeom prst="rect">
            <a:avLst/>
          </a:prstGeom>
        </p:spPr>
      </p:pic>
      <p:pic>
        <p:nvPicPr>
          <p:cNvPr id="38" name="Immagine 37" descr="Immagine che contiene testo, schermata, cerchio, Carattere&#10;&#10;Il contenuto generato dall'IA potrebbe non essere corretto.">
            <a:extLst>
              <a:ext uri="{FF2B5EF4-FFF2-40B4-BE49-F238E27FC236}">
                <a16:creationId xmlns:a16="http://schemas.microsoft.com/office/drawing/2014/main" id="{81F0ABAE-28AE-C04C-9E3D-B61298F422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42344" y="1048800"/>
            <a:ext cx="838876" cy="1867109"/>
          </a:xfrm>
          <a:prstGeom prst="rect">
            <a:avLst/>
          </a:prstGeom>
        </p:spPr>
      </p:pic>
      <p:pic>
        <p:nvPicPr>
          <p:cNvPr id="40" name="Immagine 39" descr="Immagine che contiene testo, schermata, grafica, logo&#10;&#10;Il contenuto generato dall'IA potrebbe non essere corretto.">
            <a:extLst>
              <a:ext uri="{FF2B5EF4-FFF2-40B4-BE49-F238E27FC236}">
                <a16:creationId xmlns:a16="http://schemas.microsoft.com/office/drawing/2014/main" id="{5938B6A7-133E-B8E0-A180-2A475E9BADA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51095" y="1057344"/>
            <a:ext cx="830803" cy="1849140"/>
          </a:xfrm>
          <a:prstGeom prst="rect">
            <a:avLst/>
          </a:prstGeom>
        </p:spPr>
      </p:pic>
      <p:pic>
        <p:nvPicPr>
          <p:cNvPr id="42" name="Immagine 41" descr="Immagine che contiene testo, schermata, cerchi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AC90764F-519C-F11F-4791-3F7545F7171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36779" y="1039005"/>
            <a:ext cx="890062" cy="1981036"/>
          </a:xfrm>
          <a:prstGeom prst="rect">
            <a:avLst/>
          </a:prstGeom>
        </p:spPr>
      </p:pic>
      <p:pic>
        <p:nvPicPr>
          <p:cNvPr id="44" name="Immagine 43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D54A1AA3-F9D8-A2C5-A901-76D1109BB44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08393" y="3073460"/>
            <a:ext cx="864552" cy="1924258"/>
          </a:xfrm>
          <a:prstGeom prst="rect">
            <a:avLst/>
          </a:prstGeom>
        </p:spPr>
      </p:pic>
      <p:pic>
        <p:nvPicPr>
          <p:cNvPr id="46" name="Immagine 45" descr="Immagine che contiene testo, schermata, cerchio, design&#10;&#10;Il contenuto generato dall'IA potrebbe non essere corretto.">
            <a:extLst>
              <a:ext uri="{FF2B5EF4-FFF2-40B4-BE49-F238E27FC236}">
                <a16:creationId xmlns:a16="http://schemas.microsoft.com/office/drawing/2014/main" id="{0BC4043E-2ACA-8C92-2EA6-1753C6C170A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33726" y="1035021"/>
            <a:ext cx="864553" cy="1924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377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A6D474-D27D-69CB-795C-6991DFE04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SCHEMA ER</a:t>
            </a:r>
          </a:p>
        </p:txBody>
      </p:sp>
      <p:pic>
        <p:nvPicPr>
          <p:cNvPr id="4" name="Immagine 3" descr="Immagine che contiene diagramma, linea, Policromia, design&#10;&#10;Il contenuto generato dall'IA potrebbe non essere corretto.">
            <a:extLst>
              <a:ext uri="{FF2B5EF4-FFF2-40B4-BE49-F238E27FC236}">
                <a16:creationId xmlns:a16="http://schemas.microsoft.com/office/drawing/2014/main" id="{BE05FA8C-E45B-A594-DA54-61D463F2B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514" y="948326"/>
            <a:ext cx="6610455" cy="3984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710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7"/>
          <p:cNvSpPr txBox="1">
            <a:spLocks noGrp="1"/>
          </p:cNvSpPr>
          <p:nvPr>
            <p:ph type="body" idx="1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/>
              <a:t>schermate: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Login utente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Registrazione utente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Home</a:t>
            </a:r>
            <a:endParaRPr lang="it"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Cartella Clinica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Profilo animale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Profilo utente</a:t>
            </a:r>
          </a:p>
        </p:txBody>
      </p:sp>
      <p:sp>
        <p:nvSpPr>
          <p:cNvPr id="84" name="Google Shape;84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42603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L’APP</a:t>
            </a:r>
            <a:endParaRPr/>
          </a:p>
        </p:txBody>
      </p:sp>
      <p:sp>
        <p:nvSpPr>
          <p:cNvPr id="85" name="Google Shape;85;p17"/>
          <p:cNvSpPr txBox="1">
            <a:spLocks noGrp="1"/>
          </p:cNvSpPr>
          <p:nvPr>
            <p:ph type="title"/>
          </p:nvPr>
        </p:nvSpPr>
        <p:spPr>
          <a:xfrm>
            <a:off x="4752925" y="445025"/>
            <a:ext cx="42603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IL SITO</a:t>
            </a:r>
            <a:endParaRPr/>
          </a:p>
        </p:txBody>
      </p:sp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4752925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/>
              <a:t>schermate:</a:t>
            </a: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Home fornitore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pagina inserimento nuovi servizi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modifica delle informazioni</a:t>
            </a:r>
            <a:endParaRPr sz="1800" b="1"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800"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perback">
  <a:themeElements>
    <a:clrScheme name="Paperback">
      <a:dk1>
        <a:srgbClr val="000000"/>
      </a:dk1>
      <a:lt1>
        <a:srgbClr val="FFFFFF"/>
      </a:lt1>
      <a:dk2>
        <a:srgbClr val="00695C"/>
      </a:dk2>
      <a:lt2>
        <a:srgbClr val="26A69A"/>
      </a:lt2>
      <a:accent1>
        <a:srgbClr val="FFFBF0"/>
      </a:accent1>
      <a:accent2>
        <a:srgbClr val="B7B7B7"/>
      </a:accent2>
      <a:accent3>
        <a:srgbClr val="FB8C00"/>
      </a:accent3>
      <a:accent4>
        <a:srgbClr val="80CBC4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182</Words>
  <Application>Microsoft Office PowerPoint</Application>
  <PresentationFormat>Presentazione su schermo (16:9)</PresentationFormat>
  <Paragraphs>47</Paragraphs>
  <Slides>9</Slides>
  <Notes>5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2" baseType="lpstr">
      <vt:lpstr>Old Standard TT</vt:lpstr>
      <vt:lpstr>Arial</vt:lpstr>
      <vt:lpstr>Paperback</vt:lpstr>
      <vt:lpstr>Presentazione dello sviluppo di «Crickle»</vt:lpstr>
      <vt:lpstr>Il progetto</vt:lpstr>
      <vt:lpstr>CRIKLE – L’APP PER GESTIRE IL TUO PET</vt:lpstr>
      <vt:lpstr>CRIKLE – PORTALE WEB</vt:lpstr>
      <vt:lpstr>LA STRUTTURA DEL PROGETTO</vt:lpstr>
      <vt:lpstr>I programmi </vt:lpstr>
      <vt:lpstr>WIREFRAME DELL’APP</vt:lpstr>
      <vt:lpstr>SCHEMA ER</vt:lpstr>
      <vt:lpstr>L’APP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Federica Panceri</cp:lastModifiedBy>
  <cp:revision>2</cp:revision>
  <dcterms:modified xsi:type="dcterms:W3CDTF">2025-04-09T22:16:20Z</dcterms:modified>
</cp:coreProperties>
</file>