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Old Standard TT"/>
      <p:regular r:id="rId11"/>
      <p:bold r:id="rId12"/>
      <p: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ldStandardTT-regular.fntdata"/><Relationship Id="rId10" Type="http://schemas.openxmlformats.org/officeDocument/2006/relationships/slide" Target="slides/slide5.xml"/><Relationship Id="rId13" Type="http://schemas.openxmlformats.org/officeDocument/2006/relationships/font" Target="fonts/OldStandardTT-italic.fntdata"/><Relationship Id="rId12" Type="http://schemas.openxmlformats.org/officeDocument/2006/relationships/font" Target="fonts/OldStandardT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perback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Crickle o crikle o appett o goku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Albertario, Gabello, Panceri, Tomasso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/>
          <p:cNvSpPr txBox="1"/>
          <p:nvPr>
            <p:ph idx="2" type="body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/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/>
          <p:cNvSpPr txBox="1"/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800"/>
              <a:t>schermate:</a:t>
            </a:r>
            <a:endParaRPr b="1" sz="1800"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home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pagina animale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cartelle cliniche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impostazioni di modifica</a:t>
            </a:r>
            <a:endParaRPr b="1" sz="1800"/>
          </a:p>
        </p:txBody>
      </p:sp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/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800"/>
              <a:t>schermate:</a:t>
            </a:r>
            <a:endParaRPr b="1" sz="1800"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home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pagina inserimento nuovi servizi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modifica delle informazioni</a:t>
            </a:r>
            <a:endParaRPr b="1" sz="18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b="1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